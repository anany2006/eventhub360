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Employees by Domain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AI/ML</c:v>
                  </c:pt>
                  <c:pt idx="1">
                    <c:v>Software Eng</c:v>
                  </c:pt>
                  <c:pt idx="2">
                    <c:v>HR</c:v>
                  </c:pt>
                  <c:pt idx="3">
                    <c:v>Data Analytics</c:v>
                  </c:pt>
                  <c:pt idx="4">
                    <c:v>Cybersec</c:v>
                  </c:pt>
                  <c:pt idx="5">
                    <c:v>Cloud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10</c:v>
                </c:pt>
                <c:pt idx="2">
                  <c:v>6</c:v>
                </c:pt>
                <c:pt idx="3">
                  <c:v>7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Attendance Split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6366F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Present</c:v>
                </c:pt>
                <c:pt idx="1">
                  <c:v>Absent</c:v>
                </c:pt>
                <c:pt idx="2">
                  <c:v>Late</c:v>
                </c:pt>
                <c:pt idx="3">
                  <c:v>Leave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68</c:v>
                </c:pt>
                <c:pt idx="1">
                  <c:v>12</c:v>
                </c:pt>
                <c:pt idx="2">
                  <c:v>11</c:v>
                </c:pt>
                <c:pt idx="3">
                  <c:v>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Employees by City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Indore</c:v>
                  </c:pt>
                  <c:pt idx="1">
                    <c:v>Mumbai</c:v>
                  </c:pt>
                  <c:pt idx="2">
                    <c:v>Delhi</c:v>
                  </c:pt>
                  <c:pt idx="3">
                    <c:v>Bangalore</c:v>
                  </c:pt>
                  <c:pt idx="4">
                    <c:v>Pune</c:v>
                  </c:pt>
                  <c:pt idx="5">
                    <c:v>Hyderabad</c:v>
                  </c:pt>
                  <c:pt idx="6">
                    <c:v>Chennai</c:v>
                  </c:pt>
                  <c:pt idx="7">
                    <c:v>Jaipur</c:v>
                  </c:pt>
                  <c:pt idx="8">
                    <c:v>Ahmedabad</c:v>
                  </c:pt>
                  <c:pt idx="9">
                    <c:v>Kolkata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the full EventHub360 EMS: what it does, how it's structured, and what insights the analytics dashboard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pillars: audience, core value, and what sets this apart from a generic HRMS.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in one HTML file. Auth state persists via localStorage; charts are rendered with Chart.js included via CDN.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 five pages: the command-centre overview and the searchable employee directory.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 is tracked across four states. Salary automatically computes net pay using the formula: base + attendance bonus − leave deductions.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charts are rendered with Chart.js and are interactive — hover for tooltips, click legend to toggle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actual data values from the 40-employee sample dataset embedded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 is client-side only, suitable for demos and internal tools. Production deployment would replace localStorage with a real auth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independent filter axes that work in combination. Any subset of filters can be active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build tools, no npm install needed on the client side — just download the HTML file and open it in any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560320"/>
            <a:ext cx="2560320" cy="256032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EVENTHUB360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Management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 ·  Attendance  ·  Salary Reports  ·  Domain Insights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 Pandit   |   June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4480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github.com/Anany2006/eventhub360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🧑‍💼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4632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" y="228600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managers and team leads at tech organisations managing multi-domain workforces across Offline, Hybrid, and Remote modes.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82112" y="100584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82112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19272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9272" y="228600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dashboard for headcount, attendance registers, salary sheets, and 5 real-time analytical charts — no backend required.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16752" y="100584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16752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53912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differentiator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53912" y="228600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filtering by Domain (AI/ML, SE, HR, Data Analytics, Cybersecurity, Cloud) combined with attendance-linked salary deductions.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self-contained single-file HTML application — zero backend, zero dependencies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898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01168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 (localStorage auth)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sidebar navigation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&amp; 4-axis filters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3898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8745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201168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sample employees (inline JSON)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records (Present/Absent/Late/Leave)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sheet with bonus &amp; deductions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3898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201168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— 5 interactive charts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doughnut  ·  Work-mode pie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bar  ·  Salary bar  ·  Attendance trend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418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Overview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— Total, Present Today, Avg Attendance %, Avg Salary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 cards update when filters change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summary mini-charts embedded in the overview page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 layout scales to window size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91440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9418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 Student Directory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employee records with Name, Domain, City, Work Mode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by name (instant, keystroke-by-keystroke)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filters: Domain · Work Mode · City · 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domain badges and status chips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&amp; Salary Modules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78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🗓  Attendance Register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367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1673352"/>
            <a:ext cx="2651760" cy="22860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673352"/>
            <a:ext cx="1920240" cy="2286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176272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85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17320" y="2221992"/>
            <a:ext cx="2651760" cy="22860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417320" y="2221992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724912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340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17320" y="2770632"/>
            <a:ext cx="2651760" cy="22860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417320" y="2770632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273552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826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17320" y="3319272"/>
            <a:ext cx="2651760" cy="22860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1417320" y="3319272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58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bars per employee · Sortable by status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96012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1078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💰  Salary Report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1627632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74920" y="1700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Salary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17007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+₹45,000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194560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7492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Bonus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22677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+₹3,200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761488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Deductions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−₹1,500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3328416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0F2044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3401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₹46,700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858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Bonus − Deductions formula per employee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Analytics: 5 Interactive Charts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1188720"/>
          </a:xfrm>
          <a:prstGeom prst="roundRect">
            <a:avLst>
              <a:gd name="adj" fmla="val 692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241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0058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Distribution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38988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showing AI/ML, SE, HR, Data Analytics, Cybersecurity, Cloud headcount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206240" cy="1188720"/>
          </a:xfrm>
          <a:prstGeom prst="roundRect">
            <a:avLst>
              <a:gd name="adj" fmla="val 692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500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Mode Breakdown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7157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— Offline / Hybrid / Online split across the workforce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4206240" cy="1188720"/>
          </a:xfrm>
          <a:prstGeom prst="roundRect">
            <a:avLst>
              <a:gd name="adj" fmla="val 692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675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6576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04164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— total Present, Absent, Late, Leave days organisation-wide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914400"/>
            <a:ext cx="4206240" cy="1188720"/>
          </a:xfrm>
          <a:prstGeom prst="roundRect">
            <a:avLst>
              <a:gd name="adj" fmla="val 692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241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10058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by Domain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138988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— average net salary per domain/branch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5138928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1572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515721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by City  —  Column bar — city-wise employee count across 10 locations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Visualisation Samples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49808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749808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365760" y="3291840"/>
          <a:ext cx="84124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Account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247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11247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with validation. Persistent session via localStorage. Wrong-credentials error message.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1247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0" y="11247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5544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First/last name, email, domain, role (Admin/Manager/Student), city. Live password-strength bar. Confirm-password mismatch check.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090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30906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Login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admin entry — skips registration for quick evaluation. Welcome toast on login.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92608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3090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0" y="30906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Identity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3520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shows name, initials avatar, role, and domain. Sign Out clears session and returns to login screen.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Multi-Axis Filter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filter updates the table AND the charts simultaneously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206240" cy="411480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 ·  Software Engineer  ·  Human Resource  ·  Data Analytics  ·  Cybersecurity  ·  Cloud Computing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88720"/>
            <a:ext cx="420624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Mode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190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 ·  Hybrid  ·  Online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08960"/>
            <a:ext cx="4206240" cy="4114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63931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  ·  Mumbai  ·  Delhi  ·  Bangalore  ·  Pune  ·  Hyderabad  ·  Chennai  ·  Jaipur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10896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108960"/>
            <a:ext cx="420624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63931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 ·  Absent  ·  Late  ·  Leave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8188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846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Name Search — live, keystroke-by-keystroke across all 40 employees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92608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78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/ CSS3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9784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architecture, responsive Flexbox/Grid layout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282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7282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— pure ES6, zero build step, runs offline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6829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780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4780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 types via CDN; interactive tooltips &amp; legend toggles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1810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278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2278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auth state, signed-up accounts survive page refresh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6791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9776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github.com/Anany2006/eventhub360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636008"/>
            <a:ext cx="5486400" cy="475488"/>
          </a:xfrm>
          <a:prstGeom prst="roundRect">
            <a:avLst>
              <a:gd name="adj" fmla="val 19231"/>
            </a:avLst>
          </a:prstGeom>
          <a:solidFill>
            <a:srgbClr val="0D9488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663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  ·  github.com/Anany2006/eventhub360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EventHub360 – Employee Management System</dc:title>
  <dc:subject>PptxGenJS Presentation</dc:subject>
  <dc:creator>Anany Pandit</dc:creator>
  <cp:lastModifiedBy>Anany Pandit</cp:lastModifiedBy>
  <cp:revision>1</cp:revision>
  <dcterms:created xsi:type="dcterms:W3CDTF">2026-06-12T20:43:33Z</dcterms:created>
  <dcterms:modified xsi:type="dcterms:W3CDTF">2026-06-12T20:43:33Z</dcterms:modified>
</cp:coreProperties>
</file>